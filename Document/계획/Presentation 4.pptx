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17B16A-1CB4-4D97-B00E-6D8ECBEC86C2}" v="465" dt="2026-01-06T05:16:23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C9B587-BECB-48E7-8EB5-838FB10D8D14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6CC4C62-C8ED-45EC-B5D2-8C36EE30B466}">
      <dgm:prSet/>
      <dgm:spPr/>
      <dgm:t>
        <a:bodyPr/>
        <a:lstStyle/>
        <a:p>
          <a:r>
            <a:rPr lang="ko-KR"/>
            <a:t>게임 스테이지는 총 3단계입니다.</a:t>
          </a:r>
          <a:endParaRPr lang="en-US"/>
        </a:p>
      </dgm:t>
    </dgm:pt>
    <dgm:pt modelId="{D06B1214-10D1-4D36-A6B9-C4DDFBDE578B}" type="parTrans" cxnId="{E8DAE1B1-C694-49EF-9CB6-94B205288137}">
      <dgm:prSet/>
      <dgm:spPr/>
      <dgm:t>
        <a:bodyPr/>
        <a:lstStyle/>
        <a:p>
          <a:endParaRPr lang="en-US"/>
        </a:p>
      </dgm:t>
    </dgm:pt>
    <dgm:pt modelId="{38999421-24E7-4BB3-99C3-2C22C0EB70BB}" type="sibTrans" cxnId="{E8DAE1B1-C694-49EF-9CB6-94B205288137}">
      <dgm:prSet/>
      <dgm:spPr/>
      <dgm:t>
        <a:bodyPr/>
        <a:lstStyle/>
        <a:p>
          <a:endParaRPr lang="en-US"/>
        </a:p>
      </dgm:t>
    </dgm:pt>
    <dgm:pt modelId="{AE2B8AC2-3533-45EC-B4E6-912D3A899881}">
      <dgm:prSet/>
      <dgm:spPr/>
      <dgm:t>
        <a:bodyPr/>
        <a:lstStyle/>
        <a:p>
          <a:r>
            <a:rPr lang="ko-KR"/>
            <a:t>첫 스테이지가 마왕의 자객을 무찌르는 과정.</a:t>
          </a:r>
          <a:endParaRPr lang="en-US"/>
        </a:p>
      </dgm:t>
    </dgm:pt>
    <dgm:pt modelId="{A346BACE-7F49-40BB-9097-710D94313AA9}" type="parTrans" cxnId="{57AC5C29-83AF-4F51-AF91-CA5410B1150D}">
      <dgm:prSet/>
      <dgm:spPr/>
      <dgm:t>
        <a:bodyPr/>
        <a:lstStyle/>
        <a:p>
          <a:endParaRPr lang="en-US"/>
        </a:p>
      </dgm:t>
    </dgm:pt>
    <dgm:pt modelId="{94359999-4196-42A1-ABCF-728065462610}" type="sibTrans" cxnId="{57AC5C29-83AF-4F51-AF91-CA5410B1150D}">
      <dgm:prSet/>
      <dgm:spPr/>
      <dgm:t>
        <a:bodyPr/>
        <a:lstStyle/>
        <a:p>
          <a:endParaRPr lang="en-US"/>
        </a:p>
      </dgm:t>
    </dgm:pt>
    <dgm:pt modelId="{77E2CD75-9F15-4A28-BA58-15EEAEE70389}">
      <dgm:prSet/>
      <dgm:spPr/>
      <dgm:t>
        <a:bodyPr/>
        <a:lstStyle/>
        <a:p>
          <a:r>
            <a:rPr lang="ko-KR"/>
            <a:t>두번째 스테이지. 마왕의 하수인을 무찌르는 과정.</a:t>
          </a:r>
          <a:endParaRPr lang="en-US"/>
        </a:p>
      </dgm:t>
    </dgm:pt>
    <dgm:pt modelId="{4EC84197-C555-4D6D-83B2-FC64DDDA3825}" type="parTrans" cxnId="{FC095898-3789-465A-9AC0-08B7580C3356}">
      <dgm:prSet/>
      <dgm:spPr/>
      <dgm:t>
        <a:bodyPr/>
        <a:lstStyle/>
        <a:p>
          <a:endParaRPr lang="en-US"/>
        </a:p>
      </dgm:t>
    </dgm:pt>
    <dgm:pt modelId="{D9E3EF93-80CE-43B5-8C56-3542FC70EE27}" type="sibTrans" cxnId="{FC095898-3789-465A-9AC0-08B7580C3356}">
      <dgm:prSet/>
      <dgm:spPr/>
      <dgm:t>
        <a:bodyPr/>
        <a:lstStyle/>
        <a:p>
          <a:endParaRPr lang="en-US"/>
        </a:p>
      </dgm:t>
    </dgm:pt>
    <dgm:pt modelId="{1ACAEBB8-3A3F-4B18-8602-0D872D8837FF}">
      <dgm:prSet/>
      <dgm:spPr/>
      <dgm:t>
        <a:bodyPr/>
        <a:lstStyle/>
        <a:p>
          <a:r>
            <a:rPr lang="ko-KR"/>
            <a:t>최종장 마왕을 무찌르는 과정을 스테이지로 나눠 게임이 진행됩니다.</a:t>
          </a:r>
          <a:endParaRPr lang="en-US"/>
        </a:p>
      </dgm:t>
    </dgm:pt>
    <dgm:pt modelId="{B4C7DA42-5971-4113-A79F-7EA9F325AE2B}" type="parTrans" cxnId="{085FCE95-0C52-4FB3-A9AA-F518ECA6D31F}">
      <dgm:prSet/>
      <dgm:spPr/>
      <dgm:t>
        <a:bodyPr/>
        <a:lstStyle/>
        <a:p>
          <a:endParaRPr lang="en-US"/>
        </a:p>
      </dgm:t>
    </dgm:pt>
    <dgm:pt modelId="{6072848A-6BEE-414E-A4F0-0F9FD1AED87C}" type="sibTrans" cxnId="{085FCE95-0C52-4FB3-A9AA-F518ECA6D31F}">
      <dgm:prSet/>
      <dgm:spPr/>
      <dgm:t>
        <a:bodyPr/>
        <a:lstStyle/>
        <a:p>
          <a:endParaRPr lang="en-US"/>
        </a:p>
      </dgm:t>
    </dgm:pt>
    <dgm:pt modelId="{8EBC1BC5-3091-44C7-BD50-DDE7F66A0024}" type="pres">
      <dgm:prSet presAssocID="{DCC9B587-BECB-48E7-8EB5-838FB10D8D14}" presName="outerComposite" presStyleCnt="0">
        <dgm:presLayoutVars>
          <dgm:chMax val="5"/>
          <dgm:dir/>
          <dgm:resizeHandles val="exact"/>
        </dgm:presLayoutVars>
      </dgm:prSet>
      <dgm:spPr/>
    </dgm:pt>
    <dgm:pt modelId="{43BCF598-E96E-4804-9A58-C492C9596979}" type="pres">
      <dgm:prSet presAssocID="{DCC9B587-BECB-48E7-8EB5-838FB10D8D14}" presName="dummyMaxCanvas" presStyleCnt="0">
        <dgm:presLayoutVars/>
      </dgm:prSet>
      <dgm:spPr/>
    </dgm:pt>
    <dgm:pt modelId="{4E14E62B-18D3-41CD-8DFE-9B0B469E17E7}" type="pres">
      <dgm:prSet presAssocID="{DCC9B587-BECB-48E7-8EB5-838FB10D8D14}" presName="FourNodes_1" presStyleLbl="node1" presStyleIdx="0" presStyleCnt="4">
        <dgm:presLayoutVars>
          <dgm:bulletEnabled val="1"/>
        </dgm:presLayoutVars>
      </dgm:prSet>
      <dgm:spPr/>
    </dgm:pt>
    <dgm:pt modelId="{1ACE7791-ED5B-45CA-989F-DB583DBC863A}" type="pres">
      <dgm:prSet presAssocID="{DCC9B587-BECB-48E7-8EB5-838FB10D8D14}" presName="FourNodes_2" presStyleLbl="node1" presStyleIdx="1" presStyleCnt="4">
        <dgm:presLayoutVars>
          <dgm:bulletEnabled val="1"/>
        </dgm:presLayoutVars>
      </dgm:prSet>
      <dgm:spPr/>
    </dgm:pt>
    <dgm:pt modelId="{1BCE7C7F-DCE4-40B3-A42F-6EAAAC41FB14}" type="pres">
      <dgm:prSet presAssocID="{DCC9B587-BECB-48E7-8EB5-838FB10D8D14}" presName="FourNodes_3" presStyleLbl="node1" presStyleIdx="2" presStyleCnt="4">
        <dgm:presLayoutVars>
          <dgm:bulletEnabled val="1"/>
        </dgm:presLayoutVars>
      </dgm:prSet>
      <dgm:spPr/>
    </dgm:pt>
    <dgm:pt modelId="{0DB8082A-06E4-4F73-82F7-952E8FF498CC}" type="pres">
      <dgm:prSet presAssocID="{DCC9B587-BECB-48E7-8EB5-838FB10D8D14}" presName="FourNodes_4" presStyleLbl="node1" presStyleIdx="3" presStyleCnt="4">
        <dgm:presLayoutVars>
          <dgm:bulletEnabled val="1"/>
        </dgm:presLayoutVars>
      </dgm:prSet>
      <dgm:spPr/>
    </dgm:pt>
    <dgm:pt modelId="{FB00E01C-BCD3-4D68-A7C5-E235245FA93F}" type="pres">
      <dgm:prSet presAssocID="{DCC9B587-BECB-48E7-8EB5-838FB10D8D14}" presName="FourConn_1-2" presStyleLbl="fgAccFollowNode1" presStyleIdx="0" presStyleCnt="3">
        <dgm:presLayoutVars>
          <dgm:bulletEnabled val="1"/>
        </dgm:presLayoutVars>
      </dgm:prSet>
      <dgm:spPr/>
    </dgm:pt>
    <dgm:pt modelId="{56F71B21-D602-4BE6-A8A7-4B59895715C9}" type="pres">
      <dgm:prSet presAssocID="{DCC9B587-BECB-48E7-8EB5-838FB10D8D14}" presName="FourConn_2-3" presStyleLbl="fgAccFollowNode1" presStyleIdx="1" presStyleCnt="3">
        <dgm:presLayoutVars>
          <dgm:bulletEnabled val="1"/>
        </dgm:presLayoutVars>
      </dgm:prSet>
      <dgm:spPr/>
    </dgm:pt>
    <dgm:pt modelId="{94354B59-1B9F-4F15-9C62-DABF39DA64B6}" type="pres">
      <dgm:prSet presAssocID="{DCC9B587-BECB-48E7-8EB5-838FB10D8D14}" presName="FourConn_3-4" presStyleLbl="fgAccFollowNode1" presStyleIdx="2" presStyleCnt="3">
        <dgm:presLayoutVars>
          <dgm:bulletEnabled val="1"/>
        </dgm:presLayoutVars>
      </dgm:prSet>
      <dgm:spPr/>
    </dgm:pt>
    <dgm:pt modelId="{DC7EF89A-EE90-484D-B9B0-38737D6ABA0B}" type="pres">
      <dgm:prSet presAssocID="{DCC9B587-BECB-48E7-8EB5-838FB10D8D14}" presName="FourNodes_1_text" presStyleLbl="node1" presStyleIdx="3" presStyleCnt="4">
        <dgm:presLayoutVars>
          <dgm:bulletEnabled val="1"/>
        </dgm:presLayoutVars>
      </dgm:prSet>
      <dgm:spPr/>
    </dgm:pt>
    <dgm:pt modelId="{B9D70428-943E-4386-B185-2A5355D44F98}" type="pres">
      <dgm:prSet presAssocID="{DCC9B587-BECB-48E7-8EB5-838FB10D8D14}" presName="FourNodes_2_text" presStyleLbl="node1" presStyleIdx="3" presStyleCnt="4">
        <dgm:presLayoutVars>
          <dgm:bulletEnabled val="1"/>
        </dgm:presLayoutVars>
      </dgm:prSet>
      <dgm:spPr/>
    </dgm:pt>
    <dgm:pt modelId="{6D667019-F116-42F9-B0B5-CC8425077297}" type="pres">
      <dgm:prSet presAssocID="{DCC9B587-BECB-48E7-8EB5-838FB10D8D14}" presName="FourNodes_3_text" presStyleLbl="node1" presStyleIdx="3" presStyleCnt="4">
        <dgm:presLayoutVars>
          <dgm:bulletEnabled val="1"/>
        </dgm:presLayoutVars>
      </dgm:prSet>
      <dgm:spPr/>
    </dgm:pt>
    <dgm:pt modelId="{FCD30A7C-1D4B-4CAF-ACE5-3F2301F492EC}" type="pres">
      <dgm:prSet presAssocID="{DCC9B587-BECB-48E7-8EB5-838FB10D8D1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7677A05-4231-40E2-97BF-D33A6014B16E}" type="presOf" srcId="{1ACAEBB8-3A3F-4B18-8602-0D872D8837FF}" destId="{FCD30A7C-1D4B-4CAF-ACE5-3F2301F492EC}" srcOrd="1" destOrd="0" presId="urn:microsoft.com/office/officeart/2005/8/layout/vProcess5"/>
    <dgm:cxn modelId="{3E04911C-D3F4-4B20-852D-52346171E63B}" type="presOf" srcId="{77E2CD75-9F15-4A28-BA58-15EEAEE70389}" destId="{6D667019-F116-42F9-B0B5-CC8425077297}" srcOrd="1" destOrd="0" presId="urn:microsoft.com/office/officeart/2005/8/layout/vProcess5"/>
    <dgm:cxn modelId="{57AC5C29-83AF-4F51-AF91-CA5410B1150D}" srcId="{DCC9B587-BECB-48E7-8EB5-838FB10D8D14}" destId="{AE2B8AC2-3533-45EC-B4E6-912D3A899881}" srcOrd="1" destOrd="0" parTransId="{A346BACE-7F49-40BB-9097-710D94313AA9}" sibTransId="{94359999-4196-42A1-ABCF-728065462610}"/>
    <dgm:cxn modelId="{3809B362-826F-4B41-B64A-8D4B71246FAC}" type="presOf" srcId="{38999421-24E7-4BB3-99C3-2C22C0EB70BB}" destId="{FB00E01C-BCD3-4D68-A7C5-E235245FA93F}" srcOrd="0" destOrd="0" presId="urn:microsoft.com/office/officeart/2005/8/layout/vProcess5"/>
    <dgm:cxn modelId="{A020CB94-3259-4292-9FB7-41BF06F2F006}" type="presOf" srcId="{AE2B8AC2-3533-45EC-B4E6-912D3A899881}" destId="{B9D70428-943E-4386-B185-2A5355D44F98}" srcOrd="1" destOrd="0" presId="urn:microsoft.com/office/officeart/2005/8/layout/vProcess5"/>
    <dgm:cxn modelId="{085FCE95-0C52-4FB3-A9AA-F518ECA6D31F}" srcId="{DCC9B587-BECB-48E7-8EB5-838FB10D8D14}" destId="{1ACAEBB8-3A3F-4B18-8602-0D872D8837FF}" srcOrd="3" destOrd="0" parTransId="{B4C7DA42-5971-4113-A79F-7EA9F325AE2B}" sibTransId="{6072848A-6BEE-414E-A4F0-0F9FD1AED87C}"/>
    <dgm:cxn modelId="{FC095898-3789-465A-9AC0-08B7580C3356}" srcId="{DCC9B587-BECB-48E7-8EB5-838FB10D8D14}" destId="{77E2CD75-9F15-4A28-BA58-15EEAEE70389}" srcOrd="2" destOrd="0" parTransId="{4EC84197-C555-4D6D-83B2-FC64DDDA3825}" sibTransId="{D9E3EF93-80CE-43B5-8C56-3542FC70EE27}"/>
    <dgm:cxn modelId="{D6540CA8-EA6E-4534-83B1-3D6F62EAA2E4}" type="presOf" srcId="{DCC9B587-BECB-48E7-8EB5-838FB10D8D14}" destId="{8EBC1BC5-3091-44C7-BD50-DDE7F66A0024}" srcOrd="0" destOrd="0" presId="urn:microsoft.com/office/officeart/2005/8/layout/vProcess5"/>
    <dgm:cxn modelId="{E8DAE1B1-C694-49EF-9CB6-94B205288137}" srcId="{DCC9B587-BECB-48E7-8EB5-838FB10D8D14}" destId="{16CC4C62-C8ED-45EC-B5D2-8C36EE30B466}" srcOrd="0" destOrd="0" parTransId="{D06B1214-10D1-4D36-A6B9-C4DDFBDE578B}" sibTransId="{38999421-24E7-4BB3-99C3-2C22C0EB70BB}"/>
    <dgm:cxn modelId="{2C1A49B9-8415-446F-9D56-54DF9051DFDD}" type="presOf" srcId="{D9E3EF93-80CE-43B5-8C56-3542FC70EE27}" destId="{94354B59-1B9F-4F15-9C62-DABF39DA64B6}" srcOrd="0" destOrd="0" presId="urn:microsoft.com/office/officeart/2005/8/layout/vProcess5"/>
    <dgm:cxn modelId="{331779C3-3EA0-4DA6-9A86-F1459791AB2F}" type="presOf" srcId="{1ACAEBB8-3A3F-4B18-8602-0D872D8837FF}" destId="{0DB8082A-06E4-4F73-82F7-952E8FF498CC}" srcOrd="0" destOrd="0" presId="urn:microsoft.com/office/officeart/2005/8/layout/vProcess5"/>
    <dgm:cxn modelId="{508171D5-DD68-443C-93DE-9807646481BB}" type="presOf" srcId="{16CC4C62-C8ED-45EC-B5D2-8C36EE30B466}" destId="{4E14E62B-18D3-41CD-8DFE-9B0B469E17E7}" srcOrd="0" destOrd="0" presId="urn:microsoft.com/office/officeart/2005/8/layout/vProcess5"/>
    <dgm:cxn modelId="{64ECE6DF-BBFE-4DC5-9934-3BBCBA6640A9}" type="presOf" srcId="{AE2B8AC2-3533-45EC-B4E6-912D3A899881}" destId="{1ACE7791-ED5B-45CA-989F-DB583DBC863A}" srcOrd="0" destOrd="0" presId="urn:microsoft.com/office/officeart/2005/8/layout/vProcess5"/>
    <dgm:cxn modelId="{8F8FC3E3-00DA-4ABE-B1BD-E600D85448F2}" type="presOf" srcId="{16CC4C62-C8ED-45EC-B5D2-8C36EE30B466}" destId="{DC7EF89A-EE90-484D-B9B0-38737D6ABA0B}" srcOrd="1" destOrd="0" presId="urn:microsoft.com/office/officeart/2005/8/layout/vProcess5"/>
    <dgm:cxn modelId="{6E2FB0F2-2A76-4738-835F-576E7F029108}" type="presOf" srcId="{94359999-4196-42A1-ABCF-728065462610}" destId="{56F71B21-D602-4BE6-A8A7-4B59895715C9}" srcOrd="0" destOrd="0" presId="urn:microsoft.com/office/officeart/2005/8/layout/vProcess5"/>
    <dgm:cxn modelId="{917422F6-0E79-4343-B7BF-9183B80032EA}" type="presOf" srcId="{77E2CD75-9F15-4A28-BA58-15EEAEE70389}" destId="{1BCE7C7F-DCE4-40B3-A42F-6EAAAC41FB14}" srcOrd="0" destOrd="0" presId="urn:microsoft.com/office/officeart/2005/8/layout/vProcess5"/>
    <dgm:cxn modelId="{233331E7-9A3B-406F-8697-67A70E1AAA2D}" type="presParOf" srcId="{8EBC1BC5-3091-44C7-BD50-DDE7F66A0024}" destId="{43BCF598-E96E-4804-9A58-C492C9596979}" srcOrd="0" destOrd="0" presId="urn:microsoft.com/office/officeart/2005/8/layout/vProcess5"/>
    <dgm:cxn modelId="{AFDE05F8-DF82-40C9-B6E3-1B598FBE898F}" type="presParOf" srcId="{8EBC1BC5-3091-44C7-BD50-DDE7F66A0024}" destId="{4E14E62B-18D3-41CD-8DFE-9B0B469E17E7}" srcOrd="1" destOrd="0" presId="urn:microsoft.com/office/officeart/2005/8/layout/vProcess5"/>
    <dgm:cxn modelId="{E3DF16AC-0A0A-4D83-8515-43BD5129F04F}" type="presParOf" srcId="{8EBC1BC5-3091-44C7-BD50-DDE7F66A0024}" destId="{1ACE7791-ED5B-45CA-989F-DB583DBC863A}" srcOrd="2" destOrd="0" presId="urn:microsoft.com/office/officeart/2005/8/layout/vProcess5"/>
    <dgm:cxn modelId="{F7998FB5-A810-4074-9FC1-B3974FDE59E1}" type="presParOf" srcId="{8EBC1BC5-3091-44C7-BD50-DDE7F66A0024}" destId="{1BCE7C7F-DCE4-40B3-A42F-6EAAAC41FB14}" srcOrd="3" destOrd="0" presId="urn:microsoft.com/office/officeart/2005/8/layout/vProcess5"/>
    <dgm:cxn modelId="{8657C9DA-F391-4F02-A405-56135077EFC9}" type="presParOf" srcId="{8EBC1BC5-3091-44C7-BD50-DDE7F66A0024}" destId="{0DB8082A-06E4-4F73-82F7-952E8FF498CC}" srcOrd="4" destOrd="0" presId="urn:microsoft.com/office/officeart/2005/8/layout/vProcess5"/>
    <dgm:cxn modelId="{A361CEDD-EB12-4F14-9132-6328B4802E43}" type="presParOf" srcId="{8EBC1BC5-3091-44C7-BD50-DDE7F66A0024}" destId="{FB00E01C-BCD3-4D68-A7C5-E235245FA93F}" srcOrd="5" destOrd="0" presId="urn:microsoft.com/office/officeart/2005/8/layout/vProcess5"/>
    <dgm:cxn modelId="{644DD4B8-EA1D-435D-9E9A-ABDEC3DE024F}" type="presParOf" srcId="{8EBC1BC5-3091-44C7-BD50-DDE7F66A0024}" destId="{56F71B21-D602-4BE6-A8A7-4B59895715C9}" srcOrd="6" destOrd="0" presId="urn:microsoft.com/office/officeart/2005/8/layout/vProcess5"/>
    <dgm:cxn modelId="{44D59C37-38C7-428B-ADF0-C8648E50B063}" type="presParOf" srcId="{8EBC1BC5-3091-44C7-BD50-DDE7F66A0024}" destId="{94354B59-1B9F-4F15-9C62-DABF39DA64B6}" srcOrd="7" destOrd="0" presId="urn:microsoft.com/office/officeart/2005/8/layout/vProcess5"/>
    <dgm:cxn modelId="{7173CD53-69F3-4401-AC52-C5E947421FF5}" type="presParOf" srcId="{8EBC1BC5-3091-44C7-BD50-DDE7F66A0024}" destId="{DC7EF89A-EE90-484D-B9B0-38737D6ABA0B}" srcOrd="8" destOrd="0" presId="urn:microsoft.com/office/officeart/2005/8/layout/vProcess5"/>
    <dgm:cxn modelId="{2DAC65FF-4F8D-4CC3-BB1C-7BE6F60B1EE2}" type="presParOf" srcId="{8EBC1BC5-3091-44C7-BD50-DDE7F66A0024}" destId="{B9D70428-943E-4386-B185-2A5355D44F98}" srcOrd="9" destOrd="0" presId="urn:microsoft.com/office/officeart/2005/8/layout/vProcess5"/>
    <dgm:cxn modelId="{BE6C623A-2833-46A9-8482-D5204A799D45}" type="presParOf" srcId="{8EBC1BC5-3091-44C7-BD50-DDE7F66A0024}" destId="{6D667019-F116-42F9-B0B5-CC8425077297}" srcOrd="10" destOrd="0" presId="urn:microsoft.com/office/officeart/2005/8/layout/vProcess5"/>
    <dgm:cxn modelId="{225CCDAC-0793-4CEB-B88C-7861E9D362B6}" type="presParOf" srcId="{8EBC1BC5-3091-44C7-BD50-DDE7F66A0024}" destId="{FCD30A7C-1D4B-4CAF-ACE5-3F2301F492E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14E62B-18D3-41CD-8DFE-9B0B469E17E7}">
      <dsp:nvSpPr>
        <dsp:cNvPr id="0" name=""/>
        <dsp:cNvSpPr/>
      </dsp:nvSpPr>
      <dsp:spPr>
        <a:xfrm>
          <a:off x="0" y="0"/>
          <a:ext cx="8046720" cy="81963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/>
            <a:t>게임 스테이지는 총 3단계입니다.</a:t>
          </a:r>
          <a:endParaRPr lang="en-US" sz="1700" kern="1200"/>
        </a:p>
      </dsp:txBody>
      <dsp:txXfrm>
        <a:off x="24006" y="24006"/>
        <a:ext cx="7093011" cy="771622"/>
      </dsp:txXfrm>
    </dsp:sp>
    <dsp:sp modelId="{1ACE7791-ED5B-45CA-989F-DB583DBC863A}">
      <dsp:nvSpPr>
        <dsp:cNvPr id="0" name=""/>
        <dsp:cNvSpPr/>
      </dsp:nvSpPr>
      <dsp:spPr>
        <a:xfrm>
          <a:off x="673912" y="968659"/>
          <a:ext cx="8046720" cy="819634"/>
        </a:xfrm>
        <a:prstGeom prst="roundRect">
          <a:avLst>
            <a:gd name="adj" fmla="val 10000"/>
          </a:avLst>
        </a:prstGeom>
        <a:solidFill>
          <a:schemeClr val="accent2">
            <a:hueOff val="373730"/>
            <a:satOff val="-16788"/>
            <a:lumOff val="22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/>
            <a:t>첫 스테이지가 마왕의 자객을 무찌르는 과정.</a:t>
          </a:r>
          <a:endParaRPr lang="en-US" sz="1700" kern="1200"/>
        </a:p>
      </dsp:txBody>
      <dsp:txXfrm>
        <a:off x="697918" y="992665"/>
        <a:ext cx="6792032" cy="771622"/>
      </dsp:txXfrm>
    </dsp:sp>
    <dsp:sp modelId="{1BCE7C7F-DCE4-40B3-A42F-6EAAAC41FB14}">
      <dsp:nvSpPr>
        <dsp:cNvPr id="0" name=""/>
        <dsp:cNvSpPr/>
      </dsp:nvSpPr>
      <dsp:spPr>
        <a:xfrm>
          <a:off x="1337767" y="1937318"/>
          <a:ext cx="8046720" cy="819634"/>
        </a:xfrm>
        <a:prstGeom prst="roundRect">
          <a:avLst>
            <a:gd name="adj" fmla="val 10000"/>
          </a:avLst>
        </a:prstGeom>
        <a:solidFill>
          <a:schemeClr val="accent2">
            <a:hueOff val="747461"/>
            <a:satOff val="-33577"/>
            <a:lumOff val="44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/>
            <a:t>두번째 스테이지. 마왕의 하수인을 무찌르는 과정.</a:t>
          </a:r>
          <a:endParaRPr lang="en-US" sz="1700" kern="1200"/>
        </a:p>
      </dsp:txBody>
      <dsp:txXfrm>
        <a:off x="1361773" y="1961324"/>
        <a:ext cx="6802091" cy="771622"/>
      </dsp:txXfrm>
    </dsp:sp>
    <dsp:sp modelId="{0DB8082A-06E4-4F73-82F7-952E8FF498CC}">
      <dsp:nvSpPr>
        <dsp:cNvPr id="0" name=""/>
        <dsp:cNvSpPr/>
      </dsp:nvSpPr>
      <dsp:spPr>
        <a:xfrm>
          <a:off x="2011680" y="2905977"/>
          <a:ext cx="8046720" cy="819634"/>
        </a:xfrm>
        <a:prstGeom prst="roundRect">
          <a:avLst>
            <a:gd name="adj" fmla="val 10000"/>
          </a:avLst>
        </a:prstGeom>
        <a:solidFill>
          <a:schemeClr val="accent2">
            <a:hueOff val="1121191"/>
            <a:satOff val="-50365"/>
            <a:lumOff val="666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/>
            <a:t>최종장 마왕을 무찌르는 과정을 스테이지로 나눠 게임이 진행됩니다.</a:t>
          </a:r>
          <a:endParaRPr lang="en-US" sz="1700" kern="1200"/>
        </a:p>
      </dsp:txBody>
      <dsp:txXfrm>
        <a:off x="2035686" y="2929983"/>
        <a:ext cx="6792032" cy="771622"/>
      </dsp:txXfrm>
    </dsp:sp>
    <dsp:sp modelId="{FB00E01C-BCD3-4D68-A7C5-E235245FA93F}">
      <dsp:nvSpPr>
        <dsp:cNvPr id="0" name=""/>
        <dsp:cNvSpPr/>
      </dsp:nvSpPr>
      <dsp:spPr>
        <a:xfrm>
          <a:off x="7513957" y="627765"/>
          <a:ext cx="532762" cy="53276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633828" y="627765"/>
        <a:ext cx="293020" cy="400903"/>
      </dsp:txXfrm>
    </dsp:sp>
    <dsp:sp modelId="{56F71B21-D602-4BE6-A8A7-4B59895715C9}">
      <dsp:nvSpPr>
        <dsp:cNvPr id="0" name=""/>
        <dsp:cNvSpPr/>
      </dsp:nvSpPr>
      <dsp:spPr>
        <a:xfrm>
          <a:off x="8187870" y="1596424"/>
          <a:ext cx="532762" cy="53276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781989"/>
            <a:satOff val="-14696"/>
            <a:lumOff val="-4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81989"/>
              <a:satOff val="-14696"/>
              <a:lumOff val="-4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307741" y="1596424"/>
        <a:ext cx="293020" cy="400903"/>
      </dsp:txXfrm>
    </dsp:sp>
    <dsp:sp modelId="{94354B59-1B9F-4F15-9C62-DABF39DA64B6}">
      <dsp:nvSpPr>
        <dsp:cNvPr id="0" name=""/>
        <dsp:cNvSpPr/>
      </dsp:nvSpPr>
      <dsp:spPr>
        <a:xfrm>
          <a:off x="8851724" y="2565083"/>
          <a:ext cx="532762" cy="53276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563978"/>
            <a:satOff val="-29393"/>
            <a:lumOff val="-87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563978"/>
              <a:satOff val="-29393"/>
              <a:lumOff val="-8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971595" y="2565083"/>
        <a:ext cx="293020" cy="400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/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1/5/2026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035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6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81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6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3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465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17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1/5/2026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73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9394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46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62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lIns="109728" tIns="109728" rIns="109728" bIns="91440" anchor="b"/>
          <a:lstStyle>
            <a:lvl1pPr algn="r">
              <a:defRPr sz="1000" spc="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lIns="109728" tIns="109728" rIns="109728" bIns="91440" anchor="b"/>
          <a:lstStyle>
            <a:lvl1pPr algn="l">
              <a:defRPr sz="1000" spc="4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lIns="109728" tIns="109728" rIns="109728" bIns="9144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72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7" r:id="rId5"/>
    <p:sldLayoutId id="2147483743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hf sldNum="0" hdr="0" ftr="0" dt="0"/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lang="en-US" sz="4800" kern="1200" cap="none" spc="7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000" kern="1200" spc="3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 spc="3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 spc="3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 spc="3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 spc="3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56493" y="1559768"/>
            <a:ext cx="2978281" cy="3135379"/>
          </a:xfrm>
        </p:spPr>
        <p:txBody>
          <a:bodyPr>
            <a:normAutofit/>
          </a:bodyPr>
          <a:lstStyle/>
          <a:p>
            <a:r>
              <a:rPr lang="ko-KR" altLang="en-US" sz="3700">
                <a:solidFill>
                  <a:schemeClr val="bg1"/>
                </a:solidFill>
                <a:ea typeface="Microsoft GothicNeo"/>
                <a:cs typeface="Microsoft GothicNeo"/>
              </a:rPr>
              <a:t>Demonking</a:t>
            </a:r>
            <a:endParaRPr lang="ko-KR" altLang="en-US" sz="370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56493" y="4708186"/>
            <a:ext cx="2978282" cy="99222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endParaRPr lang="ko-KR" altLang="en-US" sz="1100">
              <a:solidFill>
                <a:schemeClr val="bg1"/>
              </a:solidFill>
              <a:ea typeface="맑은 고딕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lang="ko-KR" altLang="en-US" sz="1100">
              <a:solidFill>
                <a:schemeClr val="bg1"/>
              </a:solidFill>
              <a:ea typeface="맑은 고딕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lang="ko-KR" altLang="en-US" sz="1100">
              <a:solidFill>
                <a:schemeClr val="bg1"/>
              </a:solidFill>
              <a:ea typeface="맑은 고딕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ko-KR" altLang="en-US" sz="1100" dirty="0">
                <a:solidFill>
                  <a:schemeClr val="bg1"/>
                </a:solidFill>
                <a:ea typeface="맑은 고딕"/>
              </a:rPr>
              <a:t>곽민규(</a:t>
            </a:r>
            <a:r>
              <a:rPr lang="ko-KR" altLang="en-US" sz="1100" err="1">
                <a:solidFill>
                  <a:schemeClr val="bg1"/>
                </a:solidFill>
                <a:ea typeface="맑은 고딕"/>
              </a:rPr>
              <a:t>Scotima</a:t>
            </a:r>
            <a:r>
              <a:rPr lang="ko-KR" altLang="en-US" sz="1100" dirty="0">
                <a:solidFill>
                  <a:schemeClr val="bg1"/>
                </a:solidFill>
                <a:ea typeface="맑은 고딕"/>
              </a:rPr>
              <a:t>), 김준영(</a:t>
            </a:r>
            <a:r>
              <a:rPr lang="ko-KR" altLang="en-US" sz="1100" err="1">
                <a:solidFill>
                  <a:schemeClr val="bg1"/>
                </a:solidFill>
                <a:ea typeface="맑은 고딕"/>
              </a:rPr>
              <a:t>Paguma</a:t>
            </a:r>
            <a:r>
              <a:rPr lang="ko-KR" altLang="en-US" sz="1100" dirty="0">
                <a:solidFill>
                  <a:schemeClr val="bg1"/>
                </a:solidFill>
                <a:ea typeface="맑은 고딕"/>
              </a:rPr>
              <a:t>)</a:t>
            </a:r>
            <a:endParaRPr lang="ko-KR" altLang="en-US" sz="1100" dirty="0">
              <a:solidFill>
                <a:schemeClr val="bg1"/>
              </a:solidFill>
              <a:ea typeface="맑은 고딕"/>
              <a:cs typeface="Microsoft GothicNeo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ko-KR" altLang="en-US" sz="1100" dirty="0">
                <a:solidFill>
                  <a:schemeClr val="bg1"/>
                </a:solidFill>
                <a:ea typeface="맑은 고딕"/>
                <a:cs typeface="Microsoft GothicNeo"/>
              </a:rPr>
              <a:t>㈜ </a:t>
            </a:r>
            <a:r>
              <a:rPr lang="ko-KR" altLang="en-US" sz="1100" dirty="0" err="1">
                <a:solidFill>
                  <a:schemeClr val="bg1"/>
                </a:solidFill>
                <a:ea typeface="맑은 고딕"/>
                <a:cs typeface="Microsoft GothicNeo"/>
              </a:rPr>
              <a:t>미스틱큐브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텍스트, 그래픽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F80E7D-D69E-A35C-3C64-C62A31D26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357" y="645106"/>
            <a:ext cx="5564663" cy="556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0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169D0-B4C4-4D43-0129-2BF341A7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ko-KR" altLang="en-US">
                <a:ea typeface="맑은 고딕"/>
                <a:cs typeface="Microsoft GothicNeo"/>
              </a:rPr>
              <a:t>장르</a:t>
            </a:r>
            <a:endParaRPr lang="ko-KR" altLang="en-US"/>
          </a:p>
        </p:txBody>
      </p:sp>
      <p:sp>
        <p:nvSpPr>
          <p:cNvPr id="56" name="Rectangle 47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57" name="Rectangle 49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pic>
        <p:nvPicPr>
          <p:cNvPr id="4" name="그림 3" descr="나만의 스킬을 조합하는 로그라이크 게임, '댄디 에이스' 해보니 &lt; 리뷰 &lt; 게임 &lt; 기사본문 - 게임뷰">
            <a:extLst>
              <a:ext uri="{FF2B5EF4-FFF2-40B4-BE49-F238E27FC236}">
                <a16:creationId xmlns:a16="http://schemas.microsoft.com/office/drawing/2014/main" id="{BC36564E-A747-0EBC-0D83-27EB92CEF3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81" r="33670" b="1"/>
          <a:stretch>
            <a:fillRect/>
          </a:stretch>
        </p:blipFill>
        <p:spPr>
          <a:xfrm>
            <a:off x="1970660" y="1206900"/>
            <a:ext cx="2883629" cy="446236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EE7223-7397-A574-00A7-2CAE4A8A6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 lIns="109728" tIns="109728" rIns="109728" bIns="91440">
            <a:normAutofit/>
          </a:bodyPr>
          <a:lstStyle/>
          <a:p>
            <a:r>
              <a:rPr lang="ko-KR" altLang="en-US" err="1">
                <a:ea typeface="맑은 고딕"/>
                <a:cs typeface="Microsoft GothicNeo"/>
              </a:rPr>
              <a:t>로그라이크</a:t>
            </a:r>
            <a:r>
              <a:rPr lang="ko-KR" altLang="en-US">
                <a:ea typeface="맑은 고딕"/>
                <a:cs typeface="Microsoft GothicNeo"/>
              </a:rPr>
              <a:t> 게임.</a:t>
            </a:r>
          </a:p>
          <a:p>
            <a:pPr>
              <a:buClr>
                <a:srgbClr val="FFFFFF"/>
              </a:buClr>
            </a:pPr>
            <a:r>
              <a:rPr lang="ko-KR" altLang="en-US" err="1">
                <a:ea typeface="맑은 고딕"/>
                <a:cs typeface="Microsoft GothicNeo"/>
              </a:rPr>
              <a:t>로그라이크:</a:t>
            </a:r>
            <a:r>
              <a:rPr lang="ko-KR" altLang="en-US" err="1">
                <a:latin typeface="Microsoft GothicNeo"/>
                <a:ea typeface="맑은 고딕"/>
                <a:cs typeface="Microsoft GothicNeo"/>
              </a:rPr>
              <a:t>절차적</a:t>
            </a:r>
            <a:r>
              <a:rPr lang="ko-KR" altLang="en-US">
                <a:latin typeface="Microsoft GothicNeo"/>
                <a:ea typeface="맑은 고딕"/>
                <a:cs typeface="Microsoft GothicNeo"/>
              </a:rPr>
              <a:t> 레벨 생성, 턴 기반 게임 플레이, 격자 기반 이동, 그리고 캐릭터가 죽으면 모든 진행 상황이 초기화되는 '영구적 죽음(</a:t>
            </a:r>
            <a:r>
              <a:rPr lang="ko-KR" altLang="en-US" err="1">
                <a:latin typeface="Microsoft GothicNeo"/>
                <a:ea typeface="맑은 고딕"/>
                <a:cs typeface="Microsoft GothicNeo"/>
              </a:rPr>
              <a:t>Permadeath</a:t>
            </a:r>
            <a:r>
              <a:rPr lang="ko-KR" altLang="en-US">
                <a:latin typeface="Microsoft GothicNeo"/>
                <a:ea typeface="맑은 고딕"/>
                <a:cs typeface="Microsoft GothicNeo"/>
              </a:rPr>
              <a:t>)'을 핵심 특징으로 하는 롤플레잉 게임(RPG)의 한 종류입니다</a:t>
            </a:r>
          </a:p>
          <a:p>
            <a:pPr>
              <a:buClr>
                <a:srgbClr val="262626"/>
              </a:buClr>
            </a:pPr>
            <a:endParaRPr lang="ko-KR" altLang="en-US">
              <a:ea typeface="맑은 고딕"/>
              <a:cs typeface="Microsoft 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330855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FB659-9A7F-3C80-5A94-EBBB007BB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</a:pPr>
            <a:r>
              <a:rPr lang="ko-KR" altLang="en-US">
                <a:ea typeface="맑은 고딕"/>
                <a:cs typeface="Microsoft GothicNeo"/>
              </a:rPr>
              <a:t>스토리.</a:t>
            </a:r>
            <a:br>
              <a:rPr lang="ko-KR" altLang="en-US">
                <a:ea typeface="맑은 고딕"/>
                <a:cs typeface="Microsoft GothicNeo"/>
              </a:rPr>
            </a:br>
            <a:r>
              <a:rPr lang="ko-KR" altLang="en-US">
                <a:ea typeface="맑은 고딕"/>
                <a:cs typeface="Microsoft GothicNeo"/>
              </a:rPr>
              <a:t>       </a:t>
            </a:r>
            <a:endParaRPr lang="ko-KR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pic>
        <p:nvPicPr>
          <p:cNvPr id="4" name="그림 3" descr="PC 게임, 예술, 액션 어드벤처 게임, 전략 비디오 게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063B8E-B53B-4582-8A72-B047B3CFC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161" y="1206900"/>
            <a:ext cx="2978628" cy="446236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B67808-65A2-997A-AFD2-3F0A48575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 lIns="109728" tIns="109728" rIns="109728" bIns="91440"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>
                <a:ea typeface="맑은 고딕"/>
                <a:cs typeface="+mn-lt"/>
              </a:rPr>
              <a:t>오랜 세월 마왕을 묶어두던 ‘</a:t>
            </a:r>
            <a:r>
              <a:rPr lang="ko-KR" altLang="en-US" err="1">
                <a:ea typeface="맑은 고딕"/>
                <a:cs typeface="+mn-lt"/>
              </a:rPr>
              <a:t>봉인석</a:t>
            </a:r>
            <a:r>
              <a:rPr lang="ko-KR" altLang="en-US" dirty="0">
                <a:ea typeface="맑은 고딕"/>
                <a:cs typeface="+mn-lt"/>
              </a:rPr>
              <a:t>(또는 봉인의 핵)’이 왕궁 깊은 곳에 보관돼 있었는데, </a:t>
            </a:r>
            <a:endParaRPr lang="ko-KR" altLang="en-US">
              <a:ea typeface="맑은 고딕"/>
              <a:cs typeface="+mn-lt"/>
            </a:endParaRPr>
          </a:p>
          <a:p>
            <a:pPr marL="0" indent="0">
              <a:lnSpc>
                <a:spcPct val="100000"/>
              </a:lnSpc>
              <a:buClr>
                <a:srgbClr val="262626"/>
              </a:buClr>
              <a:buNone/>
            </a:pPr>
            <a:r>
              <a:rPr lang="ko-KR" altLang="en-US" dirty="0">
                <a:ea typeface="맑은 고딕"/>
                <a:cs typeface="+mn-lt"/>
              </a:rPr>
              <a:t>마왕의 자객이 이를 훔쳐 달아납니다.</a:t>
            </a:r>
            <a:endParaRPr lang="ko-KR" altLang="en-US">
              <a:ea typeface="맑은 고딕"/>
              <a:cs typeface="+mn-lt"/>
            </a:endParaRPr>
          </a:p>
          <a:p>
            <a:pPr marL="0" indent="0">
              <a:lnSpc>
                <a:spcPct val="100000"/>
              </a:lnSpc>
              <a:buClr>
                <a:srgbClr val="262626"/>
              </a:buClr>
              <a:buNone/>
            </a:pPr>
            <a:r>
              <a:rPr lang="ko-KR" altLang="en-US" dirty="0">
                <a:ea typeface="맑은 고딕"/>
                <a:cs typeface="+mn-lt"/>
              </a:rPr>
              <a:t>봉인이 흔들리면서 마물들이 세계 곳곳에서 폭주하고, 마왕이 깨어나 자신의 왕국으로 도주합니다.</a:t>
            </a:r>
            <a:endParaRPr lang="ko-KR" altLang="en-US">
              <a:ea typeface="맑은 고딕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>
                <a:ea typeface="맑은 고딕"/>
                <a:cs typeface="Microsoft GothicNeo"/>
              </a:rPr>
              <a:t>모험가들은 깨어난 마왕을 처치하기 위해 왕의 명령을 받고 여정을 떠납니다.</a:t>
            </a:r>
            <a:endParaRPr lang="ko-KR" altLang="en-US">
              <a:ea typeface="맑은 고딕"/>
              <a:cs typeface="Microsoft 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128356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2D941F-D972-83D7-36B4-EEC1C92BC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ko-KR" altLang="en-US">
                <a:ea typeface="맑은 고딕"/>
                <a:cs typeface="Microsoft GothicNeo"/>
              </a:rPr>
              <a:t>게임 구성.</a:t>
            </a:r>
            <a:endParaRPr lang="ko-KR" altLang="en-US"/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46BD3BAB-3ADD-512A-AEC5-84CD0D6C2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1285402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4328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E0FD51-C1F7-AA6E-E8D7-6647CC9D7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  <a:cs typeface="Microsoft GothicNeo"/>
              </a:rPr>
              <a:t>시작화면.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681028-7734-6E95-9868-08EEE782A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r>
              <a:rPr lang="ko-KR" altLang="en-US" dirty="0">
                <a:ea typeface="맑은 고딕"/>
                <a:cs typeface="Microsoft GothicNeo"/>
              </a:rPr>
              <a:t>시작화면에서는 1으로 </a:t>
            </a:r>
            <a:r>
              <a:rPr lang="ko-KR" altLang="en-US" dirty="0" err="1">
                <a:ea typeface="맑은 고딕"/>
                <a:cs typeface="Microsoft GothicNeo"/>
              </a:rPr>
              <a:t>할것인지</a:t>
            </a:r>
            <a:r>
              <a:rPr lang="ko-KR" altLang="en-US" dirty="0">
                <a:ea typeface="맑은 고딕"/>
                <a:cs typeface="Microsoft GothicNeo"/>
              </a:rPr>
              <a:t> 2인으로 </a:t>
            </a:r>
            <a:r>
              <a:rPr lang="ko-KR" altLang="en-US" dirty="0" err="1">
                <a:ea typeface="맑은 고딕"/>
                <a:cs typeface="Microsoft GothicNeo"/>
              </a:rPr>
              <a:t>할것인지</a:t>
            </a:r>
            <a:r>
              <a:rPr lang="ko-KR" altLang="en-US" dirty="0">
                <a:ea typeface="맑은 고딕"/>
                <a:cs typeface="Microsoft GothicNeo"/>
              </a:rPr>
              <a:t> 결정</a:t>
            </a:r>
          </a:p>
          <a:p>
            <a:pPr>
              <a:buClr>
                <a:srgbClr val="262626"/>
              </a:buClr>
            </a:pPr>
            <a:r>
              <a:rPr lang="ko-KR" altLang="en-US" dirty="0">
                <a:ea typeface="맑은 고딕"/>
                <a:cs typeface="Microsoft GothicNeo"/>
              </a:rPr>
              <a:t>2인모드 </a:t>
            </a:r>
            <a:r>
              <a:rPr lang="ko-KR" altLang="en-US" dirty="0" err="1">
                <a:ea typeface="맑은 고딕"/>
                <a:cs typeface="Microsoft GothicNeo"/>
              </a:rPr>
              <a:t>선택시</a:t>
            </a:r>
            <a:r>
              <a:rPr lang="ko-KR" altLang="en-US" dirty="0">
                <a:ea typeface="맑은 고딕"/>
                <a:cs typeface="Microsoft GothicNeo"/>
              </a:rPr>
              <a:t> 방이 만들어지며 닉네임을 설정할 수 있습니다.</a:t>
            </a:r>
          </a:p>
          <a:p>
            <a:pPr>
              <a:buClr>
                <a:srgbClr val="262626"/>
              </a:buClr>
            </a:pPr>
            <a:r>
              <a:rPr lang="ko-KR" dirty="0">
                <a:ea typeface="Microsoft GothicNeo"/>
                <a:cs typeface="Microsoft GothicNeo"/>
              </a:rPr>
              <a:t>스토리모드(마왕 무찌를 때까지) 무한모드(</a:t>
            </a:r>
            <a:r>
              <a:rPr lang="ko-KR" dirty="0" err="1">
                <a:ea typeface="Microsoft GothicNeo"/>
                <a:cs typeface="Microsoft GothicNeo"/>
              </a:rPr>
              <a:t>죽을때까지</a:t>
            </a:r>
            <a:r>
              <a:rPr lang="ko-KR" dirty="0">
                <a:ea typeface="Microsoft GothicNeo"/>
                <a:cs typeface="Microsoft GothicNeo"/>
              </a:rPr>
              <a:t>) 선택 가능하게 합니다.</a:t>
            </a:r>
            <a:endParaRPr lang="en-US" altLang="ko-KR" dirty="0">
              <a:ea typeface="맑은 고딕"/>
              <a:cs typeface="Microsoft GothicNeo"/>
            </a:endParaRPr>
          </a:p>
          <a:p>
            <a:pPr>
              <a:buClr>
                <a:srgbClr val="262626"/>
              </a:buClr>
            </a:pPr>
            <a:r>
              <a:rPr lang="ko-KR" dirty="0">
                <a:ea typeface="Microsoft GothicNeo"/>
                <a:cs typeface="Microsoft GothicNeo"/>
              </a:rPr>
              <a:t>이후 모험 시작하기 버튼을 클릭할 수 있게 하여 </a:t>
            </a:r>
            <a:r>
              <a:rPr lang="ko-KR" altLang="en-US" dirty="0">
                <a:ea typeface="Microsoft GothicNeo"/>
                <a:cs typeface="Microsoft GothicNeo"/>
              </a:rPr>
              <a:t>게임을 시작하게 합니다</a:t>
            </a:r>
            <a:r>
              <a:rPr lang="en-US" altLang="ko-KR" dirty="0">
                <a:ea typeface="Microsoft GothicNeo"/>
                <a:cs typeface="Microsoft GothicNeo"/>
              </a:rPr>
              <a:t>.</a:t>
            </a:r>
            <a:endParaRPr lang="ko-KR" dirty="0">
              <a:ea typeface="Microsoft GothicNeo"/>
              <a:cs typeface="Microsoft GothicNeo"/>
            </a:endParaRPr>
          </a:p>
          <a:p>
            <a:pPr>
              <a:buClr>
                <a:srgbClr val="262626"/>
              </a:buClr>
            </a:pPr>
            <a:endParaRPr lang="ko-KR" altLang="en-US" dirty="0">
              <a:ea typeface="맑은 고딕"/>
              <a:cs typeface="Microsoft 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324034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10130-9307-848A-F687-0FB0C66BF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  <a:cs typeface="Microsoft GothicNeo"/>
              </a:rPr>
              <a:t>게임.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125C10-6F32-FCB7-EA75-715445956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r>
              <a:rPr lang="ko-KR" altLang="en-US" dirty="0">
                <a:ea typeface="맑은 고딕"/>
                <a:cs typeface="Microsoft GothicNeo"/>
              </a:rPr>
              <a:t>직업 선택 창이 나옵니다.</a:t>
            </a:r>
            <a:endParaRPr lang="ko-KR" altLang="en-US" dirty="0">
              <a:ea typeface="맑은 고딕" panose="020B0503020000020004" pitchFamily="34" charset="-127"/>
              <a:cs typeface="Microsoft GothicNeo"/>
            </a:endParaRPr>
          </a:p>
          <a:p>
            <a:pPr>
              <a:buClr>
                <a:srgbClr val="262626"/>
              </a:buClr>
            </a:pPr>
            <a:r>
              <a:rPr lang="ko-KR" altLang="en-US" dirty="0">
                <a:ea typeface="맑은 고딕"/>
                <a:cs typeface="Microsoft GothicNeo"/>
              </a:rPr>
              <a:t>직업의 종류는 전사, 법사, 궁수 , 탱커. 총 4종류로 진행하게 합니다.</a:t>
            </a:r>
          </a:p>
          <a:p>
            <a:pPr>
              <a:buClr>
                <a:srgbClr val="262626"/>
              </a:buClr>
            </a:pPr>
            <a:endParaRPr lang="ko-KR" altLang="en-US" dirty="0">
              <a:ea typeface="맑은 고딕"/>
              <a:cs typeface="Microsoft GothicNeo"/>
            </a:endParaRPr>
          </a:p>
          <a:p>
            <a:pPr>
              <a:buClr>
                <a:srgbClr val="262626"/>
              </a:buClr>
            </a:pPr>
            <a:r>
              <a:rPr lang="ko-KR" altLang="en-US" dirty="0">
                <a:ea typeface="맑은 고딕"/>
                <a:cs typeface="Microsoft GothicNeo"/>
              </a:rPr>
              <a:t>강한 몬스터를 </a:t>
            </a:r>
            <a:r>
              <a:rPr lang="ko-KR" altLang="en-US" dirty="0" err="1">
                <a:ea typeface="맑은 고딕"/>
                <a:cs typeface="Microsoft GothicNeo"/>
              </a:rPr>
              <a:t>처치시</a:t>
            </a:r>
            <a:r>
              <a:rPr lang="ko-KR" altLang="en-US" dirty="0">
                <a:ea typeface="맑은 고딕"/>
                <a:cs typeface="Microsoft GothicNeo"/>
              </a:rPr>
              <a:t> 아이템 드롭, </a:t>
            </a:r>
            <a:r>
              <a:rPr lang="ko-KR" altLang="en-US" dirty="0" err="1">
                <a:ea typeface="맑은 고딕"/>
                <a:cs typeface="Microsoft GothicNeo"/>
              </a:rPr>
              <a:t>잡몹은</a:t>
            </a:r>
            <a:r>
              <a:rPr lang="ko-KR" altLang="en-US" dirty="0">
                <a:ea typeface="맑은 고딕"/>
                <a:cs typeface="Microsoft GothicNeo"/>
              </a:rPr>
              <a:t> 골드 </a:t>
            </a:r>
            <a:r>
              <a:rPr lang="ko-KR" altLang="en-US" dirty="0" err="1">
                <a:ea typeface="맑은 고딕"/>
                <a:cs typeface="Microsoft GothicNeo"/>
              </a:rPr>
              <a:t>드롭하며</a:t>
            </a:r>
            <a:r>
              <a:rPr lang="ko-KR" altLang="en-US" dirty="0">
                <a:ea typeface="맑은 고딕"/>
                <a:cs typeface="Microsoft GothicNeo"/>
              </a:rPr>
              <a:t> 골드로는 상점에서 아이템 구매가 가능하고 </a:t>
            </a:r>
            <a:r>
              <a:rPr lang="ko-KR" altLang="en-US" dirty="0" err="1">
                <a:ea typeface="맑은 고딕"/>
                <a:cs typeface="Microsoft GothicNeo"/>
              </a:rPr>
              <a:t>처치시</a:t>
            </a:r>
            <a:r>
              <a:rPr lang="ko-KR" altLang="en-US" dirty="0">
                <a:ea typeface="맑은 고딕"/>
                <a:cs typeface="Microsoft GothicNeo"/>
              </a:rPr>
              <a:t> 얻은 아이템은 팔거나 장착하거나 해서 각 스테이지마다 있는 보스를 처치하여 다음 단계로 이동한다.</a:t>
            </a:r>
          </a:p>
        </p:txBody>
      </p:sp>
    </p:spTree>
    <p:extLst>
      <p:ext uri="{BB962C8B-B14F-4D97-AF65-F5344CB8AC3E}">
        <p14:creationId xmlns:p14="http://schemas.microsoft.com/office/powerpoint/2010/main" val="2160959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B58A187-A4B1-42EB-A4C7-8635BA50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F14E7F-3054-458C-ACF9-A8DA1757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747C1C-97FC-4D70-A6C8-A01FBCF5A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5CDC370-AE44-4300-98BA-FE204E88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B15501-CB9A-4642-80EE-2876EF03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AFF9525-325F-47B3-A63C-93C12253A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EB4BFD6-A85D-4A13-A54A-9A5C9E31C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DD78E9-DE0D-47AF-A0DB-F475221E3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118D329-2010-4A15-B57C-429FFAE35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54B8863-E5CA-38B3-3543-9A1A0F619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520" y="1272800"/>
            <a:ext cx="6544620" cy="43124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83000"/>
              </a:lnSpc>
            </a:pPr>
            <a:r>
              <a:rPr lang="ko-KR" altLang="en-US" sz="6800" cap="all" spc="-100">
                <a:solidFill>
                  <a:schemeClr val="tx1"/>
                </a:solidFill>
              </a:rPr>
              <a:t>감사합니다</a:t>
            </a:r>
            <a:r>
              <a:rPr lang="en-US" altLang="ko-KR" sz="6800" cap="all" spc="-10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94262BC-EE98-4BD6-82DB-4955E8DCC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2" y="2057401"/>
            <a:ext cx="0" cy="27432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411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Microsoft GothicNe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Microsoft GothicNe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SavonVTI</vt:lpstr>
      <vt:lpstr>Demonking</vt:lpstr>
      <vt:lpstr>장르</vt:lpstr>
      <vt:lpstr>스토리.        </vt:lpstr>
      <vt:lpstr>게임 구성.</vt:lpstr>
      <vt:lpstr>시작화면.</vt:lpstr>
      <vt:lpstr>게임.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165</cp:revision>
  <dcterms:created xsi:type="dcterms:W3CDTF">2026-01-06T04:43:02Z</dcterms:created>
  <dcterms:modified xsi:type="dcterms:W3CDTF">2026-01-06T05:17:24Z</dcterms:modified>
</cp:coreProperties>
</file>